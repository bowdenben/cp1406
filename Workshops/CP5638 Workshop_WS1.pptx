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6" r:id="rId4"/>
  </p:sldMasterIdLst>
  <p:notesMasterIdLst>
    <p:notesMasterId r:id="rId15"/>
  </p:notesMasterIdLst>
  <p:sldIdLst>
    <p:sldId id="256" r:id="rId5"/>
    <p:sldId id="266" r:id="rId6"/>
    <p:sldId id="268" r:id="rId7"/>
    <p:sldId id="265" r:id="rId8"/>
    <p:sldId id="267" r:id="rId9"/>
    <p:sldId id="257" r:id="rId10"/>
    <p:sldId id="258" r:id="rId11"/>
    <p:sldId id="263" r:id="rId12"/>
    <p:sldId id="260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CB1B41C-92D4-6CC3-1FAD-D42F50022582}" name="Kranthi Addanki" initials="KA" userId="S::kranthi.addanki@my.jcu.edu.au::40c837e2-4f3a-4c7e-8d91-3d2cf95261f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7E6647-8B07-42A2-813A-A762666E24F4}" v="171" dt="2026-02-07T07:47:06.8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9" autoAdjust="0"/>
    <p:restoredTop sz="82266" autoAdjust="0"/>
  </p:normalViewPr>
  <p:slideViewPr>
    <p:cSldViewPr snapToGrid="0">
      <p:cViewPr varScale="1">
        <p:scale>
          <a:sx n="65" d="100"/>
          <a:sy n="65" d="100"/>
        </p:scale>
        <p:origin x="598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anthi Addanki" userId="dd7b991b-7492-481c-9f8a-75bf1aafeb91" providerId="ADAL" clId="{B1F2E404-F132-45FA-A687-51DFE70297F0}"/>
    <pc:docChg chg="undo custSel addSld modSld">
      <pc:chgData name="Kranthi Addanki" userId="dd7b991b-7492-481c-9f8a-75bf1aafeb91" providerId="ADAL" clId="{B1F2E404-F132-45FA-A687-51DFE70297F0}" dt="2026-02-07T07:47:33.883" v="488" actId="113"/>
      <pc:docMkLst>
        <pc:docMk/>
      </pc:docMkLst>
      <pc:sldChg chg="modSp mod">
        <pc:chgData name="Kranthi Addanki" userId="dd7b991b-7492-481c-9f8a-75bf1aafeb91" providerId="ADAL" clId="{B1F2E404-F132-45FA-A687-51DFE70297F0}" dt="2026-02-07T07:19:26.615" v="71" actId="1076"/>
        <pc:sldMkLst>
          <pc:docMk/>
          <pc:sldMk cId="981846430" sldId="256"/>
        </pc:sldMkLst>
        <pc:spChg chg="mod">
          <ac:chgData name="Kranthi Addanki" userId="dd7b991b-7492-481c-9f8a-75bf1aafeb91" providerId="ADAL" clId="{B1F2E404-F132-45FA-A687-51DFE70297F0}" dt="2026-02-07T07:19:26.615" v="71" actId="1076"/>
          <ac:spMkLst>
            <pc:docMk/>
            <pc:sldMk cId="981846430" sldId="256"/>
            <ac:spMk id="2" creationId="{5F999952-7F46-4EA0-B4D4-B89E694AE156}"/>
          </ac:spMkLst>
        </pc:spChg>
      </pc:sldChg>
      <pc:sldChg chg="modSp mod">
        <pc:chgData name="Kranthi Addanki" userId="dd7b991b-7492-481c-9f8a-75bf1aafeb91" providerId="ADAL" clId="{B1F2E404-F132-45FA-A687-51DFE70297F0}" dt="2026-02-07T07:33:47.173" v="390" actId="1076"/>
        <pc:sldMkLst>
          <pc:docMk/>
          <pc:sldMk cId="2921827730" sldId="258"/>
        </pc:sldMkLst>
        <pc:spChg chg="mod">
          <ac:chgData name="Kranthi Addanki" userId="dd7b991b-7492-481c-9f8a-75bf1aafeb91" providerId="ADAL" clId="{B1F2E404-F132-45FA-A687-51DFE70297F0}" dt="2026-02-07T07:33:47.173" v="390" actId="1076"/>
          <ac:spMkLst>
            <pc:docMk/>
            <pc:sldMk cId="2921827730" sldId="258"/>
            <ac:spMk id="2" creationId="{A507484C-6253-431C-B39A-D89E5A04B27C}"/>
          </ac:spMkLst>
        </pc:spChg>
      </pc:sldChg>
      <pc:sldChg chg="modSp mod">
        <pc:chgData name="Kranthi Addanki" userId="dd7b991b-7492-481c-9f8a-75bf1aafeb91" providerId="ADAL" clId="{B1F2E404-F132-45FA-A687-51DFE70297F0}" dt="2026-02-07T07:46:00.193" v="470" actId="113"/>
        <pc:sldMkLst>
          <pc:docMk/>
          <pc:sldMk cId="2624482609" sldId="260"/>
        </pc:sldMkLst>
        <pc:spChg chg="mod">
          <ac:chgData name="Kranthi Addanki" userId="dd7b991b-7492-481c-9f8a-75bf1aafeb91" providerId="ADAL" clId="{B1F2E404-F132-45FA-A687-51DFE70297F0}" dt="2026-02-07T07:46:00.193" v="470" actId="113"/>
          <ac:spMkLst>
            <pc:docMk/>
            <pc:sldMk cId="2624482609" sldId="260"/>
            <ac:spMk id="3" creationId="{8D6BE9F4-1890-44F8-956D-B72194A8854B}"/>
          </ac:spMkLst>
        </pc:spChg>
      </pc:sldChg>
      <pc:sldChg chg="modSp mod">
        <pc:chgData name="Kranthi Addanki" userId="dd7b991b-7492-481c-9f8a-75bf1aafeb91" providerId="ADAL" clId="{B1F2E404-F132-45FA-A687-51DFE70297F0}" dt="2026-02-07T07:44:52.696" v="454" actId="15"/>
        <pc:sldMkLst>
          <pc:docMk/>
          <pc:sldMk cId="841346998" sldId="263"/>
        </pc:sldMkLst>
        <pc:spChg chg="mod">
          <ac:chgData name="Kranthi Addanki" userId="dd7b991b-7492-481c-9f8a-75bf1aafeb91" providerId="ADAL" clId="{B1F2E404-F132-45FA-A687-51DFE70297F0}" dt="2026-02-07T07:34:11.660" v="410" actId="1076"/>
          <ac:spMkLst>
            <pc:docMk/>
            <pc:sldMk cId="841346998" sldId="263"/>
            <ac:spMk id="2" creationId="{B4B32DD5-516C-4BB5-9F3A-6161277A6AF9}"/>
          </ac:spMkLst>
        </pc:spChg>
        <pc:spChg chg="mod">
          <ac:chgData name="Kranthi Addanki" userId="dd7b991b-7492-481c-9f8a-75bf1aafeb91" providerId="ADAL" clId="{B1F2E404-F132-45FA-A687-51DFE70297F0}" dt="2026-02-07T07:44:52.696" v="454" actId="15"/>
          <ac:spMkLst>
            <pc:docMk/>
            <pc:sldMk cId="841346998" sldId="263"/>
            <ac:spMk id="3" creationId="{8D6BE9F4-1890-44F8-956D-B72194A8854B}"/>
          </ac:spMkLst>
        </pc:spChg>
      </pc:sldChg>
      <pc:sldChg chg="delSp modSp mod">
        <pc:chgData name="Kranthi Addanki" userId="dd7b991b-7492-481c-9f8a-75bf1aafeb91" providerId="ADAL" clId="{B1F2E404-F132-45FA-A687-51DFE70297F0}" dt="2026-02-07T07:47:33.883" v="488" actId="113"/>
        <pc:sldMkLst>
          <pc:docMk/>
          <pc:sldMk cId="3099378756" sldId="264"/>
        </pc:sldMkLst>
        <pc:spChg chg="mod">
          <ac:chgData name="Kranthi Addanki" userId="dd7b991b-7492-481c-9f8a-75bf1aafeb91" providerId="ADAL" clId="{B1F2E404-F132-45FA-A687-51DFE70297F0}" dt="2026-02-07T07:46:25.534" v="476" actId="20577"/>
          <ac:spMkLst>
            <pc:docMk/>
            <pc:sldMk cId="3099378756" sldId="264"/>
            <ac:spMk id="2" creationId="{7895B8FB-4ABD-4982-8A94-7D333ABEB3F3}"/>
          </ac:spMkLst>
        </pc:spChg>
        <pc:spChg chg="mod">
          <ac:chgData name="Kranthi Addanki" userId="dd7b991b-7492-481c-9f8a-75bf1aafeb91" providerId="ADAL" clId="{B1F2E404-F132-45FA-A687-51DFE70297F0}" dt="2026-02-07T07:47:33.883" v="488" actId="113"/>
          <ac:spMkLst>
            <pc:docMk/>
            <pc:sldMk cId="3099378756" sldId="264"/>
            <ac:spMk id="8" creationId="{DC27CA16-7D04-4438-AFBD-81580EA7A6AE}"/>
          </ac:spMkLst>
        </pc:spChg>
        <pc:picChg chg="del">
          <ac:chgData name="Kranthi Addanki" userId="dd7b991b-7492-481c-9f8a-75bf1aafeb91" providerId="ADAL" clId="{B1F2E404-F132-45FA-A687-51DFE70297F0}" dt="2026-02-07T07:46:52.013" v="477" actId="478"/>
          <ac:picMkLst>
            <pc:docMk/>
            <pc:sldMk cId="3099378756" sldId="264"/>
            <ac:picMk id="4" creationId="{72FC0BCB-BE63-4F97-BACB-3019C7E188D3}"/>
          </ac:picMkLst>
        </pc:picChg>
      </pc:sldChg>
      <pc:sldChg chg="addSp delSp modSp mod">
        <pc:chgData name="Kranthi Addanki" userId="dd7b991b-7492-481c-9f8a-75bf1aafeb91" providerId="ADAL" clId="{B1F2E404-F132-45FA-A687-51DFE70297F0}" dt="2026-02-07T07:33:00.254" v="386" actId="1076"/>
        <pc:sldMkLst>
          <pc:docMk/>
          <pc:sldMk cId="2354709773" sldId="265"/>
        </pc:sldMkLst>
        <pc:spChg chg="del mod">
          <ac:chgData name="Kranthi Addanki" userId="dd7b991b-7492-481c-9f8a-75bf1aafeb91" providerId="ADAL" clId="{B1F2E404-F132-45FA-A687-51DFE70297F0}" dt="2026-02-07T07:27:00.601" v="247" actId="478"/>
          <ac:spMkLst>
            <pc:docMk/>
            <pc:sldMk cId="2354709773" sldId="265"/>
            <ac:spMk id="2" creationId="{4E4961F3-D089-4C60-AFFB-074440182690}"/>
          </ac:spMkLst>
        </pc:spChg>
        <pc:spChg chg="del mod">
          <ac:chgData name="Kranthi Addanki" userId="dd7b991b-7492-481c-9f8a-75bf1aafeb91" providerId="ADAL" clId="{B1F2E404-F132-45FA-A687-51DFE70297F0}" dt="2026-02-07T07:27:03.192" v="248" actId="478"/>
          <ac:spMkLst>
            <pc:docMk/>
            <pc:sldMk cId="2354709773" sldId="265"/>
            <ac:spMk id="3" creationId="{D047B3F8-001E-45CE-B94A-4B86302D77D2}"/>
          </ac:spMkLst>
        </pc:spChg>
        <pc:spChg chg="mod">
          <ac:chgData name="Kranthi Addanki" userId="dd7b991b-7492-481c-9f8a-75bf1aafeb91" providerId="ADAL" clId="{B1F2E404-F132-45FA-A687-51DFE70297F0}" dt="2026-02-07T07:32:40.038" v="379" actId="1076"/>
          <ac:spMkLst>
            <pc:docMk/>
            <pc:sldMk cId="2354709773" sldId="265"/>
            <ac:spMk id="6" creationId="{F10EF8A5-5B8B-AF34-F892-454A2FF01D4F}"/>
          </ac:spMkLst>
        </pc:spChg>
        <pc:spChg chg="add mod">
          <ac:chgData name="Kranthi Addanki" userId="dd7b991b-7492-481c-9f8a-75bf1aafeb91" providerId="ADAL" clId="{B1F2E404-F132-45FA-A687-51DFE70297F0}" dt="2026-02-07T07:28:10.841" v="289" actId="1076"/>
          <ac:spMkLst>
            <pc:docMk/>
            <pc:sldMk cId="2354709773" sldId="265"/>
            <ac:spMk id="7" creationId="{7A79C5EE-E603-E31E-FF93-72A36EB18543}"/>
          </ac:spMkLst>
        </pc:spChg>
        <pc:spChg chg="add mod">
          <ac:chgData name="Kranthi Addanki" userId="dd7b991b-7492-481c-9f8a-75bf1aafeb91" providerId="ADAL" clId="{B1F2E404-F132-45FA-A687-51DFE70297F0}" dt="2026-02-07T07:33:00.254" v="386" actId="1076"/>
          <ac:spMkLst>
            <pc:docMk/>
            <pc:sldMk cId="2354709773" sldId="265"/>
            <ac:spMk id="9" creationId="{76709744-842C-43F7-C740-2528CF30D8FE}"/>
          </ac:spMkLst>
        </pc:spChg>
        <pc:picChg chg="mod">
          <ac:chgData name="Kranthi Addanki" userId="dd7b991b-7492-481c-9f8a-75bf1aafeb91" providerId="ADAL" clId="{B1F2E404-F132-45FA-A687-51DFE70297F0}" dt="2026-02-07T07:32:37.099" v="378" actId="1076"/>
          <ac:picMkLst>
            <pc:docMk/>
            <pc:sldMk cId="2354709773" sldId="265"/>
            <ac:picMk id="5" creationId="{C3B0D107-093B-3616-9EC5-CA23FFD139DA}"/>
          </ac:picMkLst>
        </pc:picChg>
      </pc:sldChg>
      <pc:sldChg chg="addSp modSp mod modAnim modNotesTx">
        <pc:chgData name="Kranthi Addanki" userId="dd7b991b-7492-481c-9f8a-75bf1aafeb91" providerId="ADAL" clId="{B1F2E404-F132-45FA-A687-51DFE70297F0}" dt="2026-02-07T07:21:01.880" v="133" actId="208"/>
        <pc:sldMkLst>
          <pc:docMk/>
          <pc:sldMk cId="1605436092" sldId="266"/>
        </pc:sldMkLst>
        <pc:spChg chg="mod">
          <ac:chgData name="Kranthi Addanki" userId="dd7b991b-7492-481c-9f8a-75bf1aafeb91" providerId="ADAL" clId="{B1F2E404-F132-45FA-A687-51DFE70297F0}" dt="2026-02-07T07:19:11.781" v="70" actId="108"/>
          <ac:spMkLst>
            <pc:docMk/>
            <pc:sldMk cId="1605436092" sldId="266"/>
            <ac:spMk id="3" creationId="{1F179A11-3114-47FD-A1AA-7670661F3759}"/>
          </ac:spMkLst>
        </pc:spChg>
        <pc:spChg chg="add mod">
          <ac:chgData name="Kranthi Addanki" userId="dd7b991b-7492-481c-9f8a-75bf1aafeb91" providerId="ADAL" clId="{B1F2E404-F132-45FA-A687-51DFE70297F0}" dt="2026-02-07T07:21:01.880" v="133" actId="208"/>
          <ac:spMkLst>
            <pc:docMk/>
            <pc:sldMk cId="1605436092" sldId="266"/>
            <ac:spMk id="4" creationId="{D357A995-46D6-B452-9EF6-BCFF2544B14A}"/>
          </ac:spMkLst>
        </pc:spChg>
      </pc:sldChg>
      <pc:sldChg chg="modSp new mod modAnim">
        <pc:chgData name="Kranthi Addanki" userId="dd7b991b-7492-481c-9f8a-75bf1aafeb91" providerId="ADAL" clId="{B1F2E404-F132-45FA-A687-51DFE70297F0}" dt="2026-02-07T07:30:23.415" v="375" actId="1076"/>
        <pc:sldMkLst>
          <pc:docMk/>
          <pc:sldMk cId="1424481072" sldId="268"/>
        </pc:sldMkLst>
        <pc:spChg chg="mod">
          <ac:chgData name="Kranthi Addanki" userId="dd7b991b-7492-481c-9f8a-75bf1aafeb91" providerId="ADAL" clId="{B1F2E404-F132-45FA-A687-51DFE70297F0}" dt="2026-02-07T07:24:29.542" v="217" actId="1076"/>
          <ac:spMkLst>
            <pc:docMk/>
            <pc:sldMk cId="1424481072" sldId="268"/>
            <ac:spMk id="2" creationId="{942820DD-333C-EFD2-DEC6-30F2586587A8}"/>
          </ac:spMkLst>
        </pc:spChg>
        <pc:spChg chg="mod">
          <ac:chgData name="Kranthi Addanki" userId="dd7b991b-7492-481c-9f8a-75bf1aafeb91" providerId="ADAL" clId="{B1F2E404-F132-45FA-A687-51DFE70297F0}" dt="2026-02-07T07:30:23.415" v="375" actId="1076"/>
          <ac:spMkLst>
            <pc:docMk/>
            <pc:sldMk cId="1424481072" sldId="268"/>
            <ac:spMk id="3" creationId="{7110C548-933E-818E-8065-82BF9C7DE03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C594D5-1BA1-406C-B8FC-3866A52248E8}" type="datetimeFigureOut">
              <a:rPr lang="en-AU" smtClean="0"/>
              <a:t>7/02/2026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89FCC-AF8E-4E0D-B030-53160F03CF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2404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LJCU Assessment Overview and explain the rubrics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89FCC-AF8E-4E0D-B030-53160F03CF7F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4257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89FCC-AF8E-4E0D-B030-53160F03CF7F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3054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16C5593-4F03-49CC-B476-4B10B8F632ED}" type="datetimeFigureOut">
              <a:rPr lang="en-AU" smtClean="0"/>
              <a:t>7/02/2026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CCB8F92-667D-4F35-A661-4727BD476E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8290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5593-4F03-49CC-B476-4B10B8F632ED}" type="datetimeFigureOut">
              <a:rPr lang="en-AU" smtClean="0"/>
              <a:t>7/02/2026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8F92-667D-4F35-A661-4727BD476E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0869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5593-4F03-49CC-B476-4B10B8F632ED}" type="datetimeFigureOut">
              <a:rPr lang="en-AU" smtClean="0"/>
              <a:t>7/02/2026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8F92-667D-4F35-A661-4727BD476E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9525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5593-4F03-49CC-B476-4B10B8F632ED}" type="datetimeFigureOut">
              <a:rPr lang="en-AU" smtClean="0"/>
              <a:t>7/02/2026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8F92-667D-4F35-A661-4727BD476E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7797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5593-4F03-49CC-B476-4B10B8F632ED}" type="datetimeFigureOut">
              <a:rPr lang="en-AU" smtClean="0"/>
              <a:t>7/02/2026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8F92-667D-4F35-A661-4727BD476E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2582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5593-4F03-49CC-B476-4B10B8F632ED}" type="datetimeFigureOut">
              <a:rPr lang="en-AU" smtClean="0"/>
              <a:t>7/02/2026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8F92-667D-4F35-A661-4727BD476E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088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5593-4F03-49CC-B476-4B10B8F632ED}" type="datetimeFigureOut">
              <a:rPr lang="en-AU" smtClean="0"/>
              <a:t>7/02/2026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8F92-667D-4F35-A661-4727BD476E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224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5593-4F03-49CC-B476-4B10B8F632ED}" type="datetimeFigureOut">
              <a:rPr lang="en-AU" smtClean="0"/>
              <a:t>7/02/2026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8F92-667D-4F35-A661-4727BD476E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890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5593-4F03-49CC-B476-4B10B8F632ED}" type="datetimeFigureOut">
              <a:rPr lang="en-AU" smtClean="0"/>
              <a:t>7/02/2026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8F92-667D-4F35-A661-4727BD476E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900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5593-4F03-49CC-B476-4B10B8F632ED}" type="datetimeFigureOut">
              <a:rPr lang="en-AU" smtClean="0"/>
              <a:t>7/02/2026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8F92-667D-4F35-A661-4727BD476E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8873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5593-4F03-49CC-B476-4B10B8F632ED}" type="datetimeFigureOut">
              <a:rPr lang="en-AU" smtClean="0"/>
              <a:t>7/02/2026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8F92-667D-4F35-A661-4727BD476E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5193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5593-4F03-49CC-B476-4B10B8F632ED}" type="datetimeFigureOut">
              <a:rPr lang="en-AU" smtClean="0"/>
              <a:t>7/02/2026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8F92-667D-4F35-A661-4727BD476ECB}" type="slidenum">
              <a:rPr lang="en-AU" smtClean="0"/>
              <a:t>‹#›</a:t>
            </a:fld>
            <a:endParaRPr lang="en-A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72463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5593-4F03-49CC-B476-4B10B8F632ED}" type="datetimeFigureOut">
              <a:rPr lang="en-AU" smtClean="0"/>
              <a:t>7/02/2026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8F92-667D-4F35-A661-4727BD476E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18748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5593-4F03-49CC-B476-4B10B8F632ED}" type="datetimeFigureOut">
              <a:rPr lang="en-AU" smtClean="0"/>
              <a:t>7/02/2026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8F92-667D-4F35-A661-4727BD476E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01384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5593-4F03-49CC-B476-4B10B8F632ED}" type="datetimeFigureOut">
              <a:rPr lang="en-AU" smtClean="0"/>
              <a:t>7/02/2026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8F92-667D-4F35-A661-4727BD476E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2578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5593-4F03-49CC-B476-4B10B8F632ED}" type="datetimeFigureOut">
              <a:rPr lang="en-AU" smtClean="0"/>
              <a:t>7/02/2026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8F92-667D-4F35-A661-4727BD476E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2817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C5593-4F03-49CC-B476-4B10B8F632ED}" type="datetimeFigureOut">
              <a:rPr lang="en-AU" smtClean="0"/>
              <a:t>7/02/2026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8F92-667D-4F35-A661-4727BD476E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3501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C5593-4F03-49CC-B476-4B10B8F632ED}" type="datetimeFigureOut">
              <a:rPr lang="en-AU" smtClean="0"/>
              <a:t>7/02/2026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B8F92-667D-4F35-A661-4727BD476E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23167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27" r:id="rId1"/>
    <p:sldLayoutId id="2147484028" r:id="rId2"/>
    <p:sldLayoutId id="2147484029" r:id="rId3"/>
    <p:sldLayoutId id="2147484030" r:id="rId4"/>
    <p:sldLayoutId id="2147484031" r:id="rId5"/>
    <p:sldLayoutId id="2147484032" r:id="rId6"/>
    <p:sldLayoutId id="2147484033" r:id="rId7"/>
    <p:sldLayoutId id="2147484034" r:id="rId8"/>
    <p:sldLayoutId id="2147484035" r:id="rId9"/>
    <p:sldLayoutId id="2147484036" r:id="rId10"/>
    <p:sldLayoutId id="2147484037" r:id="rId11"/>
    <p:sldLayoutId id="2147484038" r:id="rId12"/>
    <p:sldLayoutId id="2147484039" r:id="rId13"/>
    <p:sldLayoutId id="2147484040" r:id="rId14"/>
    <p:sldLayoutId id="2147484041" r:id="rId15"/>
    <p:sldLayoutId id="2147484042" r:id="rId16"/>
    <p:sldLayoutId id="214748404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hyperlink" Target="https://www.jcu.edu.au/ai-at-jcu/ai-for-student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c/3.0/" TargetMode="External"/><Relationship Id="rId5" Type="http://schemas.openxmlformats.org/officeDocument/2006/relationships/hyperlink" Target="https://libguides.nus.edu.sg/GEH1049/citing" TargetMode="Externa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cholar.google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portal.core.edu.au/jnl-ranks/" TargetMode="External"/><Relationship Id="rId2" Type="http://schemas.openxmlformats.org/officeDocument/2006/relationships/hyperlink" Target="http://portal.core.edu.au/conf-rank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Citation" TargetMode="External"/><Relationship Id="rId4" Type="http://schemas.openxmlformats.org/officeDocument/2006/relationships/hyperlink" Target="https://en.wikipedia.org/wiki/Scientometrics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jcu.edu.au/ultra/courses/_190589_1/outline/file/_9322355_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99952-7F46-4EA0-B4D4-B89E694AE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1260" y="1214438"/>
            <a:ext cx="9144000" cy="2387600"/>
          </a:xfrm>
        </p:spPr>
        <p:txBody>
          <a:bodyPr>
            <a:normAutofit/>
          </a:bodyPr>
          <a:lstStyle/>
          <a:p>
            <a:r>
              <a:rPr lang="en-AU" sz="7200" b="1" dirty="0"/>
              <a:t>CP5638 Workshop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1542F8-EC26-43D8-AF90-CAEFD3E4AD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sz="8000" dirty="0">
                <a:solidFill>
                  <a:srgbClr val="FFFF00"/>
                </a:solidFill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981846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327C7-3A13-4C72-A4B3-48FFFD9DD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Assessment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79A11-3114-47FD-A1AA-7670661F3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249487"/>
            <a:ext cx="9905999" cy="3541714"/>
          </a:xfrm>
        </p:spPr>
        <p:txBody>
          <a:bodyPr>
            <a:normAutofit/>
          </a:bodyPr>
          <a:lstStyle/>
          <a:p>
            <a:r>
              <a:rPr lang="en-US" dirty="0"/>
              <a:t>Assessment 1: </a:t>
            </a:r>
            <a:r>
              <a:rPr lang="en-AU" dirty="0"/>
              <a:t>Portfolio of practicals </a:t>
            </a:r>
            <a:r>
              <a:rPr lang="en-US" b="1" dirty="0">
                <a:solidFill>
                  <a:srgbClr val="FF0000"/>
                </a:solidFill>
              </a:rPr>
              <a:t>20%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Week 5</a:t>
            </a:r>
            <a:r>
              <a:rPr lang="en-US" dirty="0"/>
              <a:t> (1/3/2026; 11: 59p.m)</a:t>
            </a:r>
          </a:p>
          <a:p>
            <a:r>
              <a:rPr lang="en-US" dirty="0"/>
              <a:t>Assessment 2: Basic site, </a:t>
            </a:r>
            <a:r>
              <a:rPr lang="en-US" b="1" dirty="0">
                <a:solidFill>
                  <a:srgbClr val="FF0000"/>
                </a:solidFill>
              </a:rPr>
              <a:t>30%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Week 6</a:t>
            </a:r>
            <a:r>
              <a:rPr lang="en-US" dirty="0"/>
              <a:t> (15/3/2026; 11:59 </a:t>
            </a:r>
            <a:r>
              <a:rPr lang="en-US" dirty="0" err="1"/>
              <a:t>p.m</a:t>
            </a:r>
            <a:r>
              <a:rPr lang="en-US" dirty="0"/>
              <a:t>) </a:t>
            </a:r>
          </a:p>
          <a:p>
            <a:r>
              <a:rPr lang="en-US" dirty="0"/>
              <a:t>Assessment 3: Multi-method:</a:t>
            </a:r>
          </a:p>
          <a:p>
            <a:pPr lvl="1"/>
            <a:r>
              <a:rPr lang="en-US" dirty="0"/>
              <a:t>Full website : </a:t>
            </a:r>
            <a:r>
              <a:rPr lang="en-AU" sz="2400" b="1" dirty="0">
                <a:solidFill>
                  <a:srgbClr val="FF0000"/>
                </a:solidFill>
              </a:rPr>
              <a:t>30%, Week 10 </a:t>
            </a:r>
            <a:r>
              <a:rPr lang="en-AU" dirty="0"/>
              <a:t>(12/4/2026; 11:59pm)</a:t>
            </a:r>
            <a:endParaRPr lang="en-US" dirty="0"/>
          </a:p>
          <a:p>
            <a:pPr lvl="1"/>
            <a:r>
              <a:rPr lang="en-US" dirty="0"/>
              <a:t>Research presentation : </a:t>
            </a:r>
            <a:r>
              <a:rPr lang="en-US" sz="2400" b="1" dirty="0">
                <a:solidFill>
                  <a:srgbClr val="FF0000"/>
                </a:solidFill>
              </a:rPr>
              <a:t>Oral 20%, Week 10 </a:t>
            </a:r>
            <a:r>
              <a:rPr lang="en-US" dirty="0"/>
              <a:t>(12/4/2026; 11: 59p.m)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357A995-46D6-B452-9EF6-BCFF2544B14A}"/>
              </a:ext>
            </a:extLst>
          </p:cNvPr>
          <p:cNvSpPr/>
          <p:nvPr/>
        </p:nvSpPr>
        <p:spPr>
          <a:xfrm>
            <a:off x="1565030" y="4319954"/>
            <a:ext cx="8475784" cy="867507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543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820DD-333C-EFD2-DEC6-30F258658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551" y="327514"/>
            <a:ext cx="10956802" cy="1478570"/>
          </a:xfrm>
        </p:spPr>
        <p:txBody>
          <a:bodyPr/>
          <a:lstStyle/>
          <a:p>
            <a:r>
              <a:rPr lang="en-US" dirty="0"/>
              <a:t>Research Presentation (PowerPoint Presentation)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0C548-933E-818E-8065-82BF9C7DE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196" y="1856764"/>
            <a:ext cx="9905999" cy="3541714"/>
          </a:xfrm>
        </p:spPr>
        <p:txBody>
          <a:bodyPr>
            <a:normAutofit/>
          </a:bodyPr>
          <a:lstStyle/>
          <a:p>
            <a:r>
              <a:rPr lang="en-US" dirty="0"/>
              <a:t>Workshops commence in Week 3, 6, and 9. </a:t>
            </a:r>
          </a:p>
          <a:p>
            <a:r>
              <a:rPr lang="en-US" dirty="0"/>
              <a:t>You will research and </a:t>
            </a:r>
            <a:r>
              <a:rPr lang="en-US" b="1" dirty="0">
                <a:solidFill>
                  <a:srgbClr val="FF0000"/>
                </a:solidFill>
              </a:rPr>
              <a:t>present </a:t>
            </a:r>
            <a:r>
              <a:rPr lang="en-US" dirty="0"/>
              <a:t>your work </a:t>
            </a:r>
            <a:r>
              <a:rPr lang="en-US" b="1" dirty="0">
                <a:solidFill>
                  <a:srgbClr val="FF0000"/>
                </a:solidFill>
              </a:rPr>
              <a:t>during the last workshop session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Face–to-face presentation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15 mins presentation</a:t>
            </a:r>
            <a:r>
              <a:rPr lang="en-US" dirty="0"/>
              <a:t> + 5 min Q &amp; A</a:t>
            </a:r>
          </a:p>
          <a:p>
            <a:pPr lvl="1"/>
            <a:endParaRPr lang="en-US" dirty="0"/>
          </a:p>
          <a:p>
            <a:pPr lvl="1"/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4481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white and orange page&#10;&#10;Description automatically generated">
            <a:extLst>
              <a:ext uri="{FF2B5EF4-FFF2-40B4-BE49-F238E27FC236}">
                <a16:creationId xmlns:a16="http://schemas.microsoft.com/office/drawing/2014/main" id="{C3B0D107-093B-3616-9EC5-CA23FFD139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10770" r="13626" b="-3"/>
          <a:stretch/>
        </p:blipFill>
        <p:spPr>
          <a:xfrm>
            <a:off x="2016369" y="1185184"/>
            <a:ext cx="6506950" cy="4260400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0EF8A5-5B8B-AF34-F892-454A2FF01D4F}"/>
              </a:ext>
            </a:extLst>
          </p:cNvPr>
          <p:cNvSpPr txBox="1"/>
          <p:nvPr/>
        </p:nvSpPr>
        <p:spPr>
          <a:xfrm>
            <a:off x="4137964" y="5572788"/>
            <a:ext cx="226376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AU" sz="700">
                <a:solidFill>
                  <a:srgbClr val="FFFFFF"/>
                </a:solidFill>
                <a:hlinkClick r:id="rId5" tooltip="https://libguides.nus.edu.sg/GEH1049/ci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AU" sz="700">
                <a:solidFill>
                  <a:srgbClr val="FFFFFF"/>
                </a:solidFill>
              </a:rPr>
              <a:t> by Unknown Author is licensed under </a:t>
            </a:r>
            <a:r>
              <a:rPr lang="en-AU" sz="700">
                <a:solidFill>
                  <a:srgbClr val="FFFFFF"/>
                </a:solidFill>
                <a:hlinkClick r:id="rId6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AU" sz="700">
              <a:solidFill>
                <a:srgbClr val="FFFFFF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A79C5EE-E603-E31E-FF93-72A36EB18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5032" y="0"/>
            <a:ext cx="9905998" cy="1265634"/>
          </a:xfrm>
        </p:spPr>
        <p:txBody>
          <a:bodyPr/>
          <a:lstStyle/>
          <a:p>
            <a:r>
              <a:rPr lang="en-US" dirty="0"/>
              <a:t>Academic Integrity &amp; AI/GenAI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709744-842C-43F7-C740-2528CF30D8FE}"/>
              </a:ext>
            </a:extLst>
          </p:cNvPr>
          <p:cNvSpPr txBox="1"/>
          <p:nvPr/>
        </p:nvSpPr>
        <p:spPr>
          <a:xfrm>
            <a:off x="1647091" y="6175104"/>
            <a:ext cx="856370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>
                <a:hlinkClick r:id="rId7"/>
              </a:rPr>
              <a:t>https://www.jcu.edu.au/ai-at-jcu/ai-for-students</a:t>
            </a:r>
            <a:endParaRPr lang="en-AU" sz="3200" dirty="0"/>
          </a:p>
          <a:p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354709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FE3A3-0072-4773-BEA7-2693158D0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Pick a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45BCD-EB34-497D-9E36-1DEA34174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Accessibility (use by people with impairments of some sort)</a:t>
            </a:r>
          </a:p>
          <a:p>
            <a:r>
              <a:rPr lang="en-US" dirty="0"/>
              <a:t>Usability</a:t>
            </a:r>
          </a:p>
          <a:p>
            <a:r>
              <a:rPr lang="en-US" dirty="0"/>
              <a:t>Cultural aspects (how people use the app may vary depending on the user’s culture)</a:t>
            </a:r>
          </a:p>
        </p:txBody>
      </p:sp>
    </p:spTree>
    <p:extLst>
      <p:ext uri="{BB962C8B-B14F-4D97-AF65-F5344CB8AC3E}">
        <p14:creationId xmlns:p14="http://schemas.microsoft.com/office/powerpoint/2010/main" val="264421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9195-9218-4242-9FD9-368F755A0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Searching for good conference/journal papers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649BB-EFD6-4CDA-B3BD-784F01D3C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3200" dirty="0"/>
              <a:t>For this subject, y</a:t>
            </a:r>
            <a:r>
              <a:rPr lang="en-US" sz="3200" dirty="0" err="1"/>
              <a:t>ou</a:t>
            </a:r>
            <a:r>
              <a:rPr lang="en-US" sz="3200" dirty="0"/>
              <a:t> can use </a:t>
            </a:r>
            <a:endParaRPr lang="th-TH" sz="3200" dirty="0"/>
          </a:p>
          <a:p>
            <a:r>
              <a:rPr lang="en-US" sz="2800" u="sng" dirty="0">
                <a:hlinkClick r:id="rId2"/>
              </a:rPr>
              <a:t>https://scholar.google.com/</a:t>
            </a:r>
            <a:endParaRPr lang="en-US" sz="2800" dirty="0"/>
          </a:p>
          <a:p>
            <a:r>
              <a:rPr lang="en-AU" sz="2800" dirty="0"/>
              <a:t>Other resources, as long as they are reliable, i.e., not random/dodgy websites/sources.</a:t>
            </a:r>
          </a:p>
        </p:txBody>
      </p:sp>
    </p:spTree>
    <p:extLst>
      <p:ext uri="{BB962C8B-B14F-4D97-AF65-F5344CB8AC3E}">
        <p14:creationId xmlns:p14="http://schemas.microsoft.com/office/powerpoint/2010/main" val="3025070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7484C-6253-431C-B39A-D89E5A04B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582" y="178903"/>
            <a:ext cx="9905998" cy="1478570"/>
          </a:xfrm>
        </p:spPr>
        <p:txBody>
          <a:bodyPr/>
          <a:lstStyle/>
          <a:p>
            <a:r>
              <a:rPr lang="en-AU" dirty="0"/>
              <a:t>Finding content for your PPT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61DAA-8C0B-4B52-A1BF-74C06002B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87703"/>
            <a:ext cx="9905999" cy="4003498"/>
          </a:xfrm>
        </p:spPr>
        <p:txBody>
          <a:bodyPr>
            <a:normAutofit/>
          </a:bodyPr>
          <a:lstStyle/>
          <a:p>
            <a:r>
              <a:rPr lang="en-AU" sz="2800" dirty="0"/>
              <a:t>Find conference/journal papers for </a:t>
            </a:r>
            <a:r>
              <a:rPr lang="en-US" sz="2800" dirty="0"/>
              <a:t>workshop report</a:t>
            </a:r>
            <a:endParaRPr lang="en-US" sz="2400" i="1" dirty="0"/>
          </a:p>
          <a:p>
            <a:pPr lvl="1"/>
            <a:r>
              <a:rPr lang="en-US" sz="2800" i="1" dirty="0"/>
              <a:t>Ensure that the selected papers are of good quality</a:t>
            </a:r>
          </a:p>
          <a:p>
            <a:pPr lvl="2"/>
            <a:r>
              <a:rPr lang="en-US" sz="2000" u="sng" dirty="0">
                <a:hlinkClick r:id="rId2"/>
              </a:rPr>
              <a:t>http://portal.core.edu.au/conf-ranks/</a:t>
            </a:r>
            <a:endParaRPr lang="en-US" sz="2000" dirty="0"/>
          </a:p>
          <a:p>
            <a:pPr lvl="2"/>
            <a:r>
              <a:rPr lang="en-US" sz="2000" u="sng" dirty="0">
                <a:hlinkClick r:id="rId3"/>
              </a:rPr>
              <a:t>http://portal.core.edu.au/jnl-ranks/</a:t>
            </a:r>
            <a:endParaRPr lang="en-US" sz="2000" u="sng" dirty="0"/>
          </a:p>
          <a:p>
            <a:pPr lvl="2"/>
            <a:r>
              <a:rPr lang="en-US" sz="2000" dirty="0"/>
              <a:t>Have a look at impact factor is a </a:t>
            </a:r>
            <a:r>
              <a:rPr lang="en-US" sz="2000" dirty="0" err="1">
                <a:hlinkClick r:id="rId4" tooltip="Scientometrics"/>
              </a:rPr>
              <a:t>scientometric</a:t>
            </a:r>
            <a:r>
              <a:rPr lang="en-US" sz="2000" dirty="0">
                <a:hlinkClick r:id="rId4" tooltip="Scientometrics"/>
              </a:rPr>
              <a:t> index</a:t>
            </a:r>
            <a:r>
              <a:rPr lang="en-US" sz="2000" dirty="0"/>
              <a:t> that reflects the yearly average number of </a:t>
            </a:r>
            <a:r>
              <a:rPr lang="en-US" sz="2000" dirty="0">
                <a:hlinkClick r:id="rId5" tooltip="Citation"/>
              </a:rPr>
              <a:t>citations</a:t>
            </a:r>
            <a:r>
              <a:rPr lang="en-US" sz="2000" dirty="0"/>
              <a:t> that articles published in the last two years in a given journal received.</a:t>
            </a:r>
          </a:p>
          <a:p>
            <a:pPr lvl="2"/>
            <a:endParaRPr lang="en-AU" sz="2200" dirty="0"/>
          </a:p>
          <a:p>
            <a:endParaRPr lang="en-US" sz="2800" dirty="0"/>
          </a:p>
          <a:p>
            <a:endParaRPr lang="en-AU" sz="2800" dirty="0"/>
          </a:p>
          <a:p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921827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32DD5-516C-4BB5-9F3A-6161277A6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604" y="0"/>
            <a:ext cx="9905998" cy="1478570"/>
          </a:xfrm>
        </p:spPr>
        <p:txBody>
          <a:bodyPr/>
          <a:lstStyle/>
          <a:p>
            <a:r>
              <a:rPr lang="en-AU" dirty="0"/>
              <a:t>Preparing YOUR PPT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BE9F4-1890-44F8-956D-B72194A88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21267"/>
            <a:ext cx="10221806" cy="4631933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Read your selected papers, articles, textbooks, etc </a:t>
            </a:r>
          </a:p>
          <a:p>
            <a:pPr lvl="1"/>
            <a:r>
              <a:rPr lang="en-AU" sz="2400" dirty="0"/>
              <a:t>Take notes</a:t>
            </a:r>
          </a:p>
          <a:p>
            <a:r>
              <a:rPr lang="en-AU" sz="28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Create your PPT</a:t>
            </a:r>
          </a:p>
          <a:p>
            <a:pPr lvl="1"/>
            <a:r>
              <a:rPr lang="en-US" dirty="0"/>
              <a:t>Background</a:t>
            </a:r>
          </a:p>
          <a:p>
            <a:pPr lvl="1"/>
            <a:r>
              <a:rPr lang="en-US" dirty="0"/>
              <a:t>Motivation</a:t>
            </a:r>
          </a:p>
          <a:p>
            <a:pPr lvl="1"/>
            <a:r>
              <a:rPr lang="en-US" dirty="0"/>
              <a:t>Synthesis</a:t>
            </a:r>
          </a:p>
          <a:p>
            <a:pPr lvl="1"/>
            <a:r>
              <a:rPr lang="en-US" dirty="0"/>
              <a:t>Findings</a:t>
            </a:r>
          </a:p>
          <a:p>
            <a:pPr lvl="1"/>
            <a:r>
              <a:rPr lang="en-US" dirty="0"/>
              <a:t>Conclusion</a:t>
            </a: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841346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32DD5-516C-4BB5-9F3A-6161277A6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Referencing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BE9F4-1890-44F8-956D-B72194A88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10221806" cy="3541714"/>
          </a:xfrm>
        </p:spPr>
        <p:txBody>
          <a:bodyPr>
            <a:normAutofit/>
          </a:bodyPr>
          <a:lstStyle/>
          <a:p>
            <a:r>
              <a:rPr lang="en-US" sz="2800" dirty="0"/>
              <a:t>Your report should be well-referenced using academic sources such as peer-reviewed journals. </a:t>
            </a:r>
          </a:p>
          <a:p>
            <a:r>
              <a:rPr lang="en-US" sz="2800" dirty="0"/>
              <a:t>Use </a:t>
            </a:r>
            <a:r>
              <a:rPr lang="en-US" sz="2800" b="1" dirty="0">
                <a:solidFill>
                  <a:srgbClr val="FF0000"/>
                </a:solidFill>
              </a:rPr>
              <a:t>APA</a:t>
            </a:r>
            <a:r>
              <a:rPr lang="en-US" sz="2800" dirty="0"/>
              <a:t> formatting for your reference list. See the library site for style examples: </a:t>
            </a:r>
            <a:r>
              <a:rPr lang="en-US" sz="2800" b="1" dirty="0">
                <a:solidFill>
                  <a:srgbClr val="FF0000"/>
                </a:solidFill>
              </a:rPr>
              <a:t>https://libguides.jcu.edu.au/apa</a:t>
            </a:r>
          </a:p>
          <a:p>
            <a:pPr marL="457200" lvl="1" indent="0">
              <a:buNone/>
            </a:pP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624482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5B8FB-4ABD-4982-8A94-7D333ABEB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713" y="118572"/>
            <a:ext cx="9905998" cy="1478570"/>
          </a:xfrm>
        </p:spPr>
        <p:txBody>
          <a:bodyPr/>
          <a:lstStyle/>
          <a:p>
            <a:r>
              <a:rPr lang="en-AU" dirty="0"/>
              <a:t>rubric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7CA16-7D04-4438-AFBD-81580EA7A6AE}"/>
              </a:ext>
            </a:extLst>
          </p:cNvPr>
          <p:cNvSpPr txBox="1"/>
          <p:nvPr/>
        </p:nvSpPr>
        <p:spPr>
          <a:xfrm>
            <a:off x="1155032" y="1965158"/>
            <a:ext cx="10336418" cy="385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sz="2800" dirty="0"/>
              <a:t>Upload your completed report into the </a:t>
            </a:r>
            <a:r>
              <a:rPr lang="en-US" sz="2800" dirty="0" err="1"/>
              <a:t>LearnJCU</a:t>
            </a:r>
            <a:r>
              <a:rPr lang="en-US" sz="2800" dirty="0"/>
              <a:t> Submission Box by </a:t>
            </a:r>
            <a:r>
              <a:rPr lang="en-US" sz="2800" dirty="0">
                <a:solidFill>
                  <a:srgbClr val="FFFF00"/>
                </a:solidFill>
              </a:rPr>
              <a:t>11.59pm Sunday of </a:t>
            </a:r>
            <a:r>
              <a:rPr lang="en-US" sz="2800" b="1" dirty="0">
                <a:solidFill>
                  <a:srgbClr val="FFFF00"/>
                </a:solidFill>
              </a:rPr>
              <a:t>Week 10 </a:t>
            </a:r>
            <a:r>
              <a:rPr lang="en-US" sz="2800" dirty="0">
                <a:solidFill>
                  <a:srgbClr val="FFFF00"/>
                </a:solidFill>
              </a:rPr>
              <a:t>(12/04/2026)</a:t>
            </a:r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0000"/>
              </a:solidFill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sz="2800" dirty="0">
                <a:hlinkClick r:id="rId2"/>
              </a:rPr>
              <a:t>https://learn.jcu.edu.au/ultra/courses/_190589_1/outline/file/_9322355_1</a:t>
            </a:r>
            <a:endParaRPr lang="en-US" sz="2800" dirty="0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993787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0F13EDAF540C42BA602FD44CA557FF" ma:contentTypeVersion="12" ma:contentTypeDescription="Create a new document." ma:contentTypeScope="" ma:versionID="b69e2aeea57fc860fa022c1395f74e41">
  <xsd:schema xmlns:xsd="http://www.w3.org/2001/XMLSchema" xmlns:xs="http://www.w3.org/2001/XMLSchema" xmlns:p="http://schemas.microsoft.com/office/2006/metadata/properties" xmlns:ns3="a0ea7fd5-597f-4b14-9572-715ec59349c4" xmlns:ns4="ef360b0d-7387-49ae-b4bb-c35567e562f7" targetNamespace="http://schemas.microsoft.com/office/2006/metadata/properties" ma:root="true" ma:fieldsID="63f86f1d6b3fc21c3d41a53549d848b3" ns3:_="" ns4:_="">
    <xsd:import namespace="a0ea7fd5-597f-4b14-9572-715ec59349c4"/>
    <xsd:import namespace="ef360b0d-7387-49ae-b4bb-c35567e562f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EventHashCode" minOccurs="0"/>
                <xsd:element ref="ns3:MediaServiceGenerationTim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ea7fd5-597f-4b14-9572-715ec59349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360b0d-7387-49ae-b4bb-c35567e562f7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7C7E235-7E0C-4048-A298-F681362F4E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ea7fd5-597f-4b14-9572-715ec59349c4"/>
    <ds:schemaRef ds:uri="ef360b0d-7387-49ae-b4bb-c35567e562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E078CDE-DDCD-4C2B-B608-8BDDDAC4CC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AF02B8-84D1-477F-9B05-6F05F0924BD8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ef360b0d-7387-49ae-b4bb-c35567e562f7"/>
    <ds:schemaRef ds:uri="a0ea7fd5-597f-4b14-9572-715ec59349c4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368</TotalTime>
  <Words>420</Words>
  <Application>Microsoft Office PowerPoint</Application>
  <PresentationFormat>Widescreen</PresentationFormat>
  <Paragraphs>51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Tw Cen MT</vt:lpstr>
      <vt:lpstr>Circuit</vt:lpstr>
      <vt:lpstr>CP5638 Workshop</vt:lpstr>
      <vt:lpstr>Assessment Items</vt:lpstr>
      <vt:lpstr>Research Presentation (PowerPoint Presentation)</vt:lpstr>
      <vt:lpstr>Academic Integrity &amp; AI/GenAI</vt:lpstr>
      <vt:lpstr>Pick a topic</vt:lpstr>
      <vt:lpstr>Searching for good conference/journal papers </vt:lpstr>
      <vt:lpstr>Finding content for your PPT </vt:lpstr>
      <vt:lpstr>Preparing YOUR PPT  </vt:lpstr>
      <vt:lpstr>Referencing style</vt:lpstr>
      <vt:lpstr>rubric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CP5631 Workshop</dc:title>
  <dc:creator>Suwanwiwat, Art</dc:creator>
  <cp:lastModifiedBy>Kranthi Addanki</cp:lastModifiedBy>
  <cp:revision>33</cp:revision>
  <dcterms:created xsi:type="dcterms:W3CDTF">2020-08-11T01:37:10Z</dcterms:created>
  <dcterms:modified xsi:type="dcterms:W3CDTF">2026-02-07T07:47:36Z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0x0101001F0F13EDAF540C42BA602FD44CA557FF</vt:lpwstr>
  </property>
</Properties>
</file>